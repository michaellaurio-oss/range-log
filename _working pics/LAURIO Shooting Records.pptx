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30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204E29-890B-436A-9F63-5984579CBEED}">
  <a:tblStyle styleId="{4E204E29-890B-436A-9F63-5984579CBE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96" y="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360b6d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360b6d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35eccc58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35eccc58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98a3e31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98a3e31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b99607b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b99607b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9e02f4bb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9e02f4bb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662a383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662a383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c191bd7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c191bd7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98a3e315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98a3e315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8bb7c618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8bb7c618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8bb7c618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8bb7c618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8bb7c618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8bb7c618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8bb7c61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8bb7c61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ea040fa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ea040fa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ea040fa6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ea040fa6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ea040fa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ea040fa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ed0c6f2a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ed0c6f2a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ed0c6f2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ed0c6f2a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7141918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7141918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4fe7746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4fe7746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35eccc5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35eccc5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2bdec465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2bdec465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f1fc915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6f1fc915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e3ec96e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e3ec96e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be57b2a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be57b2ad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48d0a54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48d0a54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b56ce21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b56ce21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41cedd0f1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41cedd0f1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1785ef4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41785ef4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2b99334d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2b99334d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8e237d7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28e237d7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28e237d74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28e237d74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206be6c04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206be6c04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06be6c04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206be6c04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06be6c0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206be6c0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206be6c04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206be6c04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ff576313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ff576313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7434750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f7434750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f5516a6f9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f5516a6f9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f5516a6f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f5516a6f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f15ab424d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f15ab424d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f15ab424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f15ab424d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ee4960a6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ee4960a6d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76e2d3ef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76e2d3ef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cf88ed59e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cf88ed59e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cec814b97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cec814b97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cec814b9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cec814b9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cf88ed59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cf88ed59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dwayusa.com/product/1018546348?pid=60149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8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2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4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6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jpg"/><Relationship Id="rId4" Type="http://schemas.openxmlformats.org/officeDocument/2006/relationships/image" Target="../media/image7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9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300" b="1"/>
              <a:t>G19.3 </a:t>
            </a:r>
            <a:r>
              <a:rPr lang="en" sz="1200" u="sng">
                <a:solidFill>
                  <a:srgbClr val="224DAE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Glockstore Heavy Tungsten Guide Rod Assembly for Glock</a:t>
            </a:r>
            <a:r>
              <a:rPr lang="en" sz="1200"/>
              <a:t> replacement, Aug 2024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Hellcat Pro Apex trigger upgrade 12/2024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CZ SP01 Cajun Gunworks upgrade 12/2024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9859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32850" y="868541"/>
          <a:ext cx="8478275" cy="3707940"/>
        </p:xfrm>
        <a:graphic>
          <a:graphicData uri="http://schemas.openxmlformats.org/drawingml/2006/table">
            <a:tbl>
              <a:tblPr>
                <a:noFill/>
                <a:tableStyleId>{4E204E29-890B-436A-9F63-5984579CBEED}</a:tableStyleId>
              </a:tblPr>
              <a:tblGrid>
                <a:gridCol w="69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2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2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2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2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2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2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21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21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43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Gun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Shots</a:t>
                      </a:r>
                      <a:endParaRPr sz="900" b="1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Cleaned</a:t>
                      </a:r>
                      <a:endParaRPr sz="900" b="1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</a:rPr>
                        <a:t>Shots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</a:rPr>
                        <a:t>Cleaned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</a:rPr>
                        <a:t>Shots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</a:rPr>
                        <a:t>Cleaned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</a:rPr>
                        <a:t>Shots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</a:rPr>
                        <a:t>Cleaned</a:t>
                      </a:r>
                      <a:endParaRPr sz="9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</a:rPr>
                        <a:t>Shots</a:t>
                      </a:r>
                      <a:endParaRPr sz="9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</a:rPr>
                        <a:t>Cleaned</a:t>
                      </a:r>
                      <a:endParaRPr sz="9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</a:rPr>
                        <a:t>Shots</a:t>
                      </a:r>
                      <a:endParaRPr sz="9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b="1">
                          <a:solidFill>
                            <a:schemeClr val="dk1"/>
                          </a:solidFill>
                        </a:rPr>
                        <a:t>Cleaned</a:t>
                      </a:r>
                      <a:endParaRPr sz="9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SP01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260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8/6/25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405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5/4/26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99+151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PCR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8/6/25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100 + 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1911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148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5/1/25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213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5/6/26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120+56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G19.2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1/1/25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G19.3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80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5/1/25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80+120+50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HCP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100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5/1/25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135 &amp; carry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4/14/26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90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 &amp; carry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8/4/26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.357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1/1/25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.38</a:t>
                      </a:r>
                      <a:endParaRPr sz="9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1/1/25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Mossberg 500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10+20+10</a:t>
                      </a: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6200" y="124350"/>
            <a:ext cx="19194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Date: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6200" y="124350"/>
            <a:ext cx="19194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Date:  9/8/26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Guns:  Marlin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.357 Magnum (50)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14 @ 10y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14 @ 15y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28 @ 20y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.38 Special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50 @ 20y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72" name="Google Shape;72;p16"/>
          <p:cNvGrpSpPr/>
          <p:nvPr/>
        </p:nvGrpSpPr>
        <p:grpSpPr>
          <a:xfrm>
            <a:off x="3651160" y="0"/>
            <a:ext cx="3802967" cy="5070623"/>
            <a:chOff x="3725300" y="39257"/>
            <a:chExt cx="3802967" cy="5070623"/>
          </a:xfrm>
        </p:grpSpPr>
        <p:pic>
          <p:nvPicPr>
            <p:cNvPr id="73" name="Google Shape;73;p16" title="20260908_162649.jp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25300" y="39257"/>
              <a:ext cx="3802967" cy="50706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16"/>
            <p:cNvSpPr/>
            <p:nvPr/>
          </p:nvSpPr>
          <p:spPr>
            <a:xfrm>
              <a:off x="4444496" y="1607995"/>
              <a:ext cx="2322460" cy="2412950"/>
            </a:xfrm>
            <a:custGeom>
              <a:avLst/>
              <a:gdLst/>
              <a:ahLst/>
              <a:cxnLst/>
              <a:rect l="l" t="t" r="r" b="b"/>
              <a:pathLst>
                <a:path w="92917" h="96518" extrusionOk="0">
                  <a:moveTo>
                    <a:pt x="4629" y="24763"/>
                  </a:moveTo>
                  <a:cubicBezTo>
                    <a:pt x="4629" y="16654"/>
                    <a:pt x="17472" y="14796"/>
                    <a:pt x="24425" y="10623"/>
                  </a:cubicBezTo>
                  <a:cubicBezTo>
                    <a:pt x="31249" y="6528"/>
                    <a:pt x="38092" y="1360"/>
                    <a:pt x="45989" y="371"/>
                  </a:cubicBezTo>
                  <a:cubicBezTo>
                    <a:pt x="56489" y="-943"/>
                    <a:pt x="67121" y="2318"/>
                    <a:pt x="77451" y="4614"/>
                  </a:cubicBezTo>
                  <a:cubicBezTo>
                    <a:pt x="82217" y="5673"/>
                    <a:pt x="89053" y="5196"/>
                    <a:pt x="91237" y="9563"/>
                  </a:cubicBezTo>
                  <a:cubicBezTo>
                    <a:pt x="93885" y="14859"/>
                    <a:pt x="93260" y="22689"/>
                    <a:pt x="89470" y="27238"/>
                  </a:cubicBezTo>
                  <a:cubicBezTo>
                    <a:pt x="85617" y="31863"/>
                    <a:pt x="75683" y="32884"/>
                    <a:pt x="75683" y="38904"/>
                  </a:cubicBezTo>
                  <a:cubicBezTo>
                    <a:pt x="75683" y="43506"/>
                    <a:pt x="78215" y="47782"/>
                    <a:pt x="78865" y="52337"/>
                  </a:cubicBezTo>
                  <a:cubicBezTo>
                    <a:pt x="80434" y="63324"/>
                    <a:pt x="79794" y="74894"/>
                    <a:pt x="76744" y="85566"/>
                  </a:cubicBezTo>
                  <a:cubicBezTo>
                    <a:pt x="75803" y="88860"/>
                    <a:pt x="70786" y="89031"/>
                    <a:pt x="67553" y="90162"/>
                  </a:cubicBezTo>
                  <a:cubicBezTo>
                    <a:pt x="60831" y="92514"/>
                    <a:pt x="53959" y="97898"/>
                    <a:pt x="47049" y="96171"/>
                  </a:cubicBezTo>
                  <a:cubicBezTo>
                    <a:pt x="41245" y="94721"/>
                    <a:pt x="36965" y="89728"/>
                    <a:pt x="31849" y="86627"/>
                  </a:cubicBezTo>
                  <a:cubicBezTo>
                    <a:pt x="23408" y="81511"/>
                    <a:pt x="14263" y="77159"/>
                    <a:pt x="7103" y="70365"/>
                  </a:cubicBezTo>
                  <a:cubicBezTo>
                    <a:pt x="1419" y="64973"/>
                    <a:pt x="3019" y="55175"/>
                    <a:pt x="2154" y="47388"/>
                  </a:cubicBezTo>
                  <a:cubicBezTo>
                    <a:pt x="1293" y="39636"/>
                    <a:pt x="-3052" y="27548"/>
                    <a:pt x="3922" y="24056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Google Shape;75;p16"/>
            <p:cNvSpPr txBox="1"/>
            <p:nvPr/>
          </p:nvSpPr>
          <p:spPr>
            <a:xfrm>
              <a:off x="4674350" y="3912350"/>
              <a:ext cx="2013000" cy="73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</a:rPr>
                <a:t>7 @ 10y (357)</a:t>
              </a:r>
              <a:endParaRPr sz="1800" b="1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</a:rPr>
                <a:t>50 @ 20 y (.38)</a:t>
              </a:r>
              <a:endParaRPr sz="1800" b="1">
                <a:solidFill>
                  <a:schemeClr val="lt1"/>
                </a:solidFill>
              </a:endParaRPr>
            </a:p>
          </p:txBody>
        </p:sp>
        <p:sp>
          <p:nvSpPr>
            <p:cNvPr id="76" name="Google Shape;76;p16"/>
            <p:cNvSpPr txBox="1"/>
            <p:nvPr/>
          </p:nvSpPr>
          <p:spPr>
            <a:xfrm>
              <a:off x="3859100" y="1372675"/>
              <a:ext cx="815400" cy="56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lt1"/>
                  </a:solidFill>
                </a:rPr>
                <a:t>7 @ 10y (.357)</a:t>
              </a:r>
              <a:endParaRPr sz="1300" b="1">
                <a:solidFill>
                  <a:schemeClr val="lt1"/>
                </a:solidFill>
              </a:endParaRPr>
            </a:p>
          </p:txBody>
        </p:sp>
        <p:sp>
          <p:nvSpPr>
            <p:cNvPr id="77" name="Google Shape;77;p16"/>
            <p:cNvSpPr txBox="1"/>
            <p:nvPr/>
          </p:nvSpPr>
          <p:spPr>
            <a:xfrm>
              <a:off x="6578000" y="1264550"/>
              <a:ext cx="815400" cy="56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lt1"/>
                  </a:solidFill>
                </a:rPr>
                <a:t>7 @ 10y (.357)</a:t>
              </a:r>
              <a:endParaRPr sz="1300" b="1">
                <a:solidFill>
                  <a:schemeClr val="lt1"/>
                </a:solidFill>
              </a:endParaRPr>
            </a:p>
          </p:txBody>
        </p:sp>
        <p:sp>
          <p:nvSpPr>
            <p:cNvPr id="78" name="Google Shape;78;p16"/>
            <p:cNvSpPr txBox="1"/>
            <p:nvPr/>
          </p:nvSpPr>
          <p:spPr>
            <a:xfrm>
              <a:off x="5378825" y="1039200"/>
              <a:ext cx="966600" cy="56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lt1"/>
                  </a:solidFill>
                </a:rPr>
                <a:t>28 @ 20y (.357)</a:t>
              </a:r>
              <a:endParaRPr sz="1300" b="1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36200" y="124350"/>
            <a:ext cx="19194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Date: 9/1/26  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Guns:  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500 (10)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G19.3 (50)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1911 (56)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2"/>
                </a:solidFill>
              </a:rPr>
              <a:t>  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Notes: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84" name="Google Shape;84;p17" title="20260901_2036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515" y="178979"/>
            <a:ext cx="3589175" cy="4785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20260901_203714.jpg"/>
          <p:cNvPicPr preferRelativeResize="0"/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1540476" y="124350"/>
            <a:ext cx="3722203" cy="50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86;p17" title="20260901_203729.jpg">
            <a:extLst>
              <a:ext uri="{FF2B5EF4-FFF2-40B4-BE49-F238E27FC236}">
                <a16:creationId xmlns:a16="http://schemas.microsoft.com/office/drawing/2014/main" id="{CF7C5610-AB10-5DB6-4794-C1020A87648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71449" y="124350"/>
            <a:ext cx="3723475" cy="496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7;p17" title="20260901_203752.jpg">
            <a:extLst>
              <a:ext uri="{FF2B5EF4-FFF2-40B4-BE49-F238E27FC236}">
                <a16:creationId xmlns:a16="http://schemas.microsoft.com/office/drawing/2014/main" id="{8665A25C-2251-B9E9-9499-5B3202F5EF8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525" y="89425"/>
            <a:ext cx="3723475" cy="496464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3;p17">
            <a:extLst>
              <a:ext uri="{FF2B5EF4-FFF2-40B4-BE49-F238E27FC236}">
                <a16:creationId xmlns:a16="http://schemas.microsoft.com/office/drawing/2014/main" id="{F344BDD1-1988-2633-1B1A-1CCDD6340C50}"/>
              </a:ext>
            </a:extLst>
          </p:cNvPr>
          <p:cNvSpPr txBox="1"/>
          <p:nvPr/>
        </p:nvSpPr>
        <p:spPr>
          <a:xfrm>
            <a:off x="36200" y="124350"/>
            <a:ext cx="19194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Date: 9/1/26  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Guns:  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500 (10)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G19.3 (50)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1911 (56)</a:t>
            </a:r>
            <a:endParaRPr sz="16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2"/>
                </a:solidFill>
              </a:rPr>
              <a:t>  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2"/>
                </a:solidFill>
              </a:rPr>
              <a:t>Notes:</a:t>
            </a:r>
            <a:endParaRPr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682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36200" y="124350"/>
            <a:ext cx="19194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Date:  7/25/26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SP01 (151)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1911 (120)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HCP (30)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Shooting on BLM land in Nevada.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Dusty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2889900" y="760025"/>
            <a:ext cx="50904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shot :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Mossberg 500: clay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Marlin lever action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Ruger American: steel @ 175yds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Sig 226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Sig 320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.22 bolt action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/>
        </p:nvSpPr>
        <p:spPr>
          <a:xfrm>
            <a:off x="36200" y="124350"/>
            <a:ext cx="1919400" cy="28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Date: 5/19/26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Guns:  HCP (61)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SP01 (99)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Challenge: clean hit on each bubble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Did it with 31 shots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99" name="Google Shape;99;p19" title="20260519_2138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500" y="152400"/>
            <a:ext cx="3689149" cy="4918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 title="20260519_21393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2450" y="152400"/>
            <a:ext cx="3689149" cy="491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/>
        </p:nvSpPr>
        <p:spPr>
          <a:xfrm>
            <a:off x="36200" y="124350"/>
            <a:ext cx="1919400" cy="28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Date: 5/19/26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Guns:    SP01 (99)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Challenge: clean hit on each bubble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Left 2 open on 69 shots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06" name="Google Shape;106;p20" title="20260519_21344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100" y="152400"/>
            <a:ext cx="3580950" cy="4774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20260519_21371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0650" y="152400"/>
            <a:ext cx="3580950" cy="477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5726250" y="775525"/>
            <a:ext cx="11361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dk1"/>
                </a:highlight>
              </a:rPr>
              <a:t>69 shots</a:t>
            </a:r>
            <a:endParaRPr sz="18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36200" y="124350"/>
            <a:ext cx="19194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Date:  5/3/26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Glock 19.3 (120)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CZ SP01 (140)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1911 (128)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Shooting with Bob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 rot="-1550874">
            <a:off x="3390649" y="1388810"/>
            <a:ext cx="3580181" cy="156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dk2"/>
                </a:solidFill>
              </a:rPr>
              <a:t>BOBIE</a:t>
            </a:r>
            <a:endParaRPr sz="5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/>
        </p:nvSpPr>
        <p:spPr>
          <a:xfrm>
            <a:off x="36200" y="124350"/>
            <a:ext cx="1684500" cy="3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Date:  4/22/26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Mossberg 500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(20 #00)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First 2 shots @ 15y missed COMPLETELY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Aiming low to get these hits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120" name="Google Shape;120;p22" title="20260422_1626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5725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/>
        </p:nvSpPr>
        <p:spPr>
          <a:xfrm>
            <a:off x="36200" y="124350"/>
            <a:ext cx="16845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Date:  4/22/26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1911 (85)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6" name="Google Shape;126;p23" title="20260422_1629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125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 title="20260422_16284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2575" y="152400"/>
            <a:ext cx="3629027" cy="4838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/>
        </p:nvSpPr>
        <p:spPr>
          <a:xfrm>
            <a:off x="36200" y="124350"/>
            <a:ext cx="1684500" cy="3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Date:  4/22/26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CZ PCR (100)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Practiced shooting half-cocked (DA)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</p:txBody>
      </p:sp>
      <p:pic>
        <p:nvPicPr>
          <p:cNvPr id="133" name="Google Shape;133;p24" title="20260422_16280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4000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 title="20260422_16265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1850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/>
        </p:nvSpPr>
        <p:spPr>
          <a:xfrm>
            <a:off x="36200" y="124350"/>
            <a:ext cx="1684500" cy="4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Date:  4/14/26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HCP (185)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Shooting pretty fast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On silhouette: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body/body/head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      x 3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Then shoot hostage w/ last shot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0" name="Google Shape;140;p25" title="20260414_16530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0175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5" title="20260414_16544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1150" y="152413"/>
            <a:ext cx="3629027" cy="4838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36200" y="124350"/>
            <a:ext cx="1684500" cy="47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4/14/26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 (185)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Shooting pretty fast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On silhouette: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body/body/head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      x 3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Then shoot hostage w/ last shot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147" name="Google Shape;147;p26" title="20260414_16545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2612" y="152400"/>
            <a:ext cx="3629027" cy="4838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 title="20260414_17263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3552" y="152400"/>
            <a:ext cx="3598049" cy="479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/>
        </p:nvSpPr>
        <p:spPr>
          <a:xfrm>
            <a:off x="36200" y="124350"/>
            <a:ext cx="1525800" cy="44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4/14/26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Mossberg 500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(10 #00)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Orig stock feels too long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Need to remember to cycle after shots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154" name="Google Shape;154;p27" title="20260414_16553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200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 txBox="1"/>
          <p:nvPr/>
        </p:nvSpPr>
        <p:spPr>
          <a:xfrm>
            <a:off x="5995800" y="1500950"/>
            <a:ext cx="314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10yds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/>
        </p:nvSpPr>
        <p:spPr>
          <a:xfrm>
            <a:off x="36200" y="124350"/>
            <a:ext cx="15258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9/13/25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 (90)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161" name="Google Shape;161;p28" title="20250912_14463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400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 title="20250912_14472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827" y="152400"/>
            <a:ext cx="3495775" cy="46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/>
        </p:nvSpPr>
        <p:spPr>
          <a:xfrm>
            <a:off x="36200" y="124350"/>
            <a:ext cx="15258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9/13/25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 (40)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G19.3 (80)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168" name="Google Shape;168;p29" title="20250912_1445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400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9" title="20250912_1446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827" y="152400"/>
            <a:ext cx="3495775" cy="46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/>
        </p:nvSpPr>
        <p:spPr>
          <a:xfrm>
            <a:off x="36200" y="124350"/>
            <a:ext cx="1525800" cy="4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8/21/25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1911 (78rnds)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HCP (30rnds)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Zeroing red dot on HCP.  Gave up, returned.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1911 -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39@7.5yds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39@10yds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AWFUL.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5" name="Google Shape;175;p30"/>
          <p:cNvSpPr txBox="1"/>
          <p:nvPr/>
        </p:nvSpPr>
        <p:spPr>
          <a:xfrm rot="-2202789">
            <a:off x="2925743" y="2217844"/>
            <a:ext cx="4912938" cy="4617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Too embarrassed to post pics.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/>
        </p:nvSpPr>
        <p:spPr>
          <a:xfrm>
            <a:off x="36200" y="124350"/>
            <a:ext cx="1525800" cy="4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8/6/25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20@7.5yds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30@10yds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30@15yds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50@17.5yds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 unhappy with the 17.5 yds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181" name="Google Shape;181;p31" title="20250814_1516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400" y="152400"/>
            <a:ext cx="2674517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1" title="20250814_15163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1317" y="152400"/>
            <a:ext cx="4153534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/>
        </p:nvSpPr>
        <p:spPr>
          <a:xfrm>
            <a:off x="36200" y="124350"/>
            <a:ext cx="1525800" cy="4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8/6/25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40 rounds warm up 5 &amp; 7yds (no picture)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30 @ 10yds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40 @ 15 yds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45 @ 12.5yds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45 @ 15yds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188" name="Google Shape;188;p32" title="20250806_130951(0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075" y="0"/>
            <a:ext cx="311422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2" title="20250806_13110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5960" y="0"/>
            <a:ext cx="339803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/>
        </p:nvSpPr>
        <p:spPr>
          <a:xfrm>
            <a:off x="36200" y="124350"/>
            <a:ext cx="1525800" cy="29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7/22/25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1911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PCR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78 rounds 1911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80 rounds PCR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meh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95" name="Google Shape;195;p33" title="20250722_132614(0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400" y="152400"/>
            <a:ext cx="3782599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3" title="20250722_13244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5675" y="134013"/>
            <a:ext cx="3868475" cy="487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/>
        </p:nvSpPr>
        <p:spPr>
          <a:xfrm>
            <a:off x="36200" y="124350"/>
            <a:ext cx="1525800" cy="51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7/15/25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HC Pro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Glock 19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80 rounds each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HCP: 30 on 10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      10 on 15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G19: 20 on 10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       20 on 15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(so, despite appearances, G19 much more accurate at 10 than HCP)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202" name="Google Shape;202;p34" title="20250715_163438(0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700" y="80843"/>
            <a:ext cx="3751550" cy="391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4" title="20250715_16345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9450" y="1377375"/>
            <a:ext cx="3814548" cy="37661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/>
        </p:nvSpPr>
        <p:spPr>
          <a:xfrm>
            <a:off x="36200" y="124350"/>
            <a:ext cx="1525800" cy="4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7/8/25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75 PCR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80 rounds each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90% of the 15yd hits on target were from last 2 (of 4) mags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</p:txBody>
      </p:sp>
      <p:pic>
        <p:nvPicPr>
          <p:cNvPr id="209" name="Google Shape;209;p35" title="20250708_130235(0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050" y="66425"/>
            <a:ext cx="3629027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5" title="20250708_12511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6730" y="66425"/>
            <a:ext cx="378259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/>
        </p:nvSpPr>
        <p:spPr>
          <a:xfrm>
            <a:off x="36200" y="124350"/>
            <a:ext cx="22611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7/1/25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Kimber 1911 TLE II .45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FTF solved by smacking slide forward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16" name="Google Shape;216;p36" title="20250701_1222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725" y="1971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/>
        </p:nvSpPr>
        <p:spPr>
          <a:xfrm>
            <a:off x="36200" y="124350"/>
            <a:ext cx="1525800" cy="40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5/12/25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Kimber 1911 TLE II .45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75D PCR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 sz="12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FTF with one of the extended 1911 mags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Trigger finger hurt on the PCR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22" name="Google Shape;222;p37" title="20250512_15230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000" y="68071"/>
            <a:ext cx="3755524" cy="5007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7" title="20250512_15233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8475" y="117600"/>
            <a:ext cx="3755523" cy="4908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/>
        </p:nvSpPr>
        <p:spPr>
          <a:xfrm>
            <a:off x="36200" y="124350"/>
            <a:ext cx="15258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4/6/25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G19, HCP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 sz="12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CCW certification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10 shots each from 3, 5, 7 yards, both pistols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(I passed)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29" name="Google Shape;229;p38" title="20250406_1204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5650" y="221000"/>
            <a:ext cx="4903342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/>
        </p:nvSpPr>
        <p:spPr>
          <a:xfrm>
            <a:off x="36200" y="124350"/>
            <a:ext cx="15258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3/18/25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G19, .357 Mag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 sz="12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</p:txBody>
      </p:sp>
      <p:pic>
        <p:nvPicPr>
          <p:cNvPr id="235" name="Google Shape;235;p39" title="2025-03-18 14.22.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000" y="152400"/>
            <a:ext cx="3864301" cy="433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9" title="2025-03-18 14.21.4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9375" y="152400"/>
            <a:ext cx="3492227" cy="465629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9"/>
          <p:cNvSpPr txBox="1"/>
          <p:nvPr/>
        </p:nvSpPr>
        <p:spPr>
          <a:xfrm>
            <a:off x="3163875" y="415375"/>
            <a:ext cx="73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G19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/>
        </p:nvSpPr>
        <p:spPr>
          <a:xfrm>
            <a:off x="36200" y="124350"/>
            <a:ext cx="15258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3/11/25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CZ, HCP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 sz="12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</p:txBody>
      </p:sp>
      <p:pic>
        <p:nvPicPr>
          <p:cNvPr id="243" name="Google Shape;243;p40" title="2025-03-11 13.01.3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400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0" title="2025-03-11 13.01.4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827" y="152400"/>
            <a:ext cx="3495775" cy="4661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/>
        </p:nvSpPr>
        <p:spPr>
          <a:xfrm>
            <a:off x="36200" y="124350"/>
            <a:ext cx="1525800" cy="5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1/31/25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G19, HCP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 sz="12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Breathing makes a huge difference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HCP: Difference from 7A to 7B - right thumb stiff and off slide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Same on 7C, but not same results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</p:txBody>
      </p:sp>
      <p:pic>
        <p:nvPicPr>
          <p:cNvPr id="250" name="Google Shape;2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975" y="152400"/>
            <a:ext cx="3788700" cy="439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9850" y="152400"/>
            <a:ext cx="3624150" cy="487345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1"/>
          <p:cNvSpPr txBox="1"/>
          <p:nvPr/>
        </p:nvSpPr>
        <p:spPr>
          <a:xfrm>
            <a:off x="7359800" y="1204350"/>
            <a:ext cx="35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3" name="Google Shape;253;p41"/>
          <p:cNvSpPr txBox="1"/>
          <p:nvPr/>
        </p:nvSpPr>
        <p:spPr>
          <a:xfrm>
            <a:off x="8708175" y="2845425"/>
            <a:ext cx="35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4" name="Google Shape;254;p41"/>
          <p:cNvSpPr txBox="1"/>
          <p:nvPr/>
        </p:nvSpPr>
        <p:spPr>
          <a:xfrm>
            <a:off x="6560650" y="2845425"/>
            <a:ext cx="35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/>
        </p:nvSpPr>
        <p:spPr>
          <a:xfrm>
            <a:off x="36200" y="124350"/>
            <a:ext cx="1525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1/10/25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Mossberg 590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 sz="12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Painful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60" name="Google Shape;26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0275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/>
        </p:nvSpPr>
        <p:spPr>
          <a:xfrm>
            <a:off x="36200" y="124350"/>
            <a:ext cx="1525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1/10/25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HCP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 sz="12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Fired fairly quickly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66" name="Google Shape;2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000" y="152400"/>
            <a:ext cx="3706075" cy="441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6575" y="252325"/>
            <a:ext cx="3706076" cy="409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/>
        </p:nvSpPr>
        <p:spPr>
          <a:xfrm>
            <a:off x="36200" y="124350"/>
            <a:ext cx="1525800" cy="4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1/9/25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HCP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G19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 sz="12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***Don’t try to strangle the guns with a deathgrip***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On HCP at 5yds (#3), I relaxed grip a bit and improved, applied to 7yd (#4) and DAMN.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273" name="Google Shape;27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850" y="124350"/>
            <a:ext cx="3819494" cy="4169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1300" y="124350"/>
            <a:ext cx="3556848" cy="4169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/>
        </p:nvSpPr>
        <p:spPr>
          <a:xfrm>
            <a:off x="36200" y="124350"/>
            <a:ext cx="17607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9/10/24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HCP (50)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 (50)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 sz="12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-HCP trigger upgrade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-Cajun Gunworks upgrade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Cajun Gunworks is amazing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280" name="Google Shape;2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300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0727" y="152400"/>
            <a:ext cx="3260874" cy="434783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5"/>
          <p:cNvSpPr txBox="1"/>
          <p:nvPr/>
        </p:nvSpPr>
        <p:spPr>
          <a:xfrm>
            <a:off x="4658100" y="502425"/>
            <a:ext cx="340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3" name="Google Shape;283;p45"/>
          <p:cNvSpPr txBox="1"/>
          <p:nvPr/>
        </p:nvSpPr>
        <p:spPr>
          <a:xfrm>
            <a:off x="4895675" y="2511250"/>
            <a:ext cx="340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4" name="Google Shape;284;p45"/>
          <p:cNvSpPr txBox="1"/>
          <p:nvPr/>
        </p:nvSpPr>
        <p:spPr>
          <a:xfrm>
            <a:off x="2663675" y="398475"/>
            <a:ext cx="340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5" name="Google Shape;285;p45"/>
          <p:cNvSpPr txBox="1"/>
          <p:nvPr/>
        </p:nvSpPr>
        <p:spPr>
          <a:xfrm>
            <a:off x="3556950" y="1521675"/>
            <a:ext cx="513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6" name="Google Shape;286;p45"/>
          <p:cNvSpPr txBox="1"/>
          <p:nvPr/>
        </p:nvSpPr>
        <p:spPr>
          <a:xfrm>
            <a:off x="2593775" y="2466025"/>
            <a:ext cx="340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7" name="Google Shape;287;p45"/>
          <p:cNvSpPr txBox="1"/>
          <p:nvPr/>
        </p:nvSpPr>
        <p:spPr>
          <a:xfrm>
            <a:off x="3507013" y="328600"/>
            <a:ext cx="513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CZ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8" name="Google Shape;288;p45"/>
          <p:cNvSpPr txBox="1"/>
          <p:nvPr/>
        </p:nvSpPr>
        <p:spPr>
          <a:xfrm>
            <a:off x="6989079" y="328600"/>
            <a:ext cx="6921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HCP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9" name="Google Shape;289;p45"/>
          <p:cNvSpPr txBox="1"/>
          <p:nvPr/>
        </p:nvSpPr>
        <p:spPr>
          <a:xfrm>
            <a:off x="5924300" y="2466025"/>
            <a:ext cx="340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0" name="Google Shape;290;p45"/>
          <p:cNvSpPr txBox="1"/>
          <p:nvPr/>
        </p:nvSpPr>
        <p:spPr>
          <a:xfrm>
            <a:off x="5685000" y="502425"/>
            <a:ext cx="340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1" name="Google Shape;291;p45"/>
          <p:cNvSpPr txBox="1"/>
          <p:nvPr/>
        </p:nvSpPr>
        <p:spPr>
          <a:xfrm>
            <a:off x="7078325" y="1384550"/>
            <a:ext cx="513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2" name="Google Shape;292;p45"/>
          <p:cNvSpPr txBox="1"/>
          <p:nvPr/>
        </p:nvSpPr>
        <p:spPr>
          <a:xfrm>
            <a:off x="8334950" y="2417575"/>
            <a:ext cx="340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8386225" y="502425"/>
            <a:ext cx="340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6"/>
          <p:cNvSpPr txBox="1"/>
          <p:nvPr/>
        </p:nvSpPr>
        <p:spPr>
          <a:xfrm>
            <a:off x="36200" y="124350"/>
            <a:ext cx="1760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11/15/24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HCP (50)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 (50)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299" name="Google Shape;29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450" y="152400"/>
            <a:ext cx="3260874" cy="4347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0727" y="152400"/>
            <a:ext cx="3260874" cy="4347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/>
        </p:nvSpPr>
        <p:spPr>
          <a:xfrm>
            <a:off x="36200" y="124350"/>
            <a:ext cx="1760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11/9/24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Glock 19.3 (80)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HCP (80)</a:t>
            </a:r>
            <a:r>
              <a:rPr lang="en" sz="1600">
                <a:solidFill>
                  <a:schemeClr val="dk2"/>
                </a:solidFill>
              </a:rPr>
              <a:t>  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306" name="Google Shape;30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175" y="152400"/>
            <a:ext cx="362902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/>
          <p:nvPr/>
        </p:nvSpPr>
        <p:spPr>
          <a:xfrm>
            <a:off x="36200" y="124350"/>
            <a:ext cx="17607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9/10/24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Glock 19.3 (100)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 (100)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</a:t>
            </a:r>
            <a:r>
              <a:rPr lang="en" sz="1200" i="1">
                <a:solidFill>
                  <a:schemeClr val="dk2"/>
                </a:solidFill>
              </a:rPr>
              <a:t>(20 each target)</a:t>
            </a:r>
            <a:endParaRPr sz="1200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</a:rPr>
              <a:t>Glock </a:t>
            </a:r>
            <a:endParaRPr sz="13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- FTE </a:t>
            </a:r>
            <a:r>
              <a:rPr lang="en" sz="1300" b="1" i="1">
                <a:solidFill>
                  <a:schemeClr val="dk2"/>
                </a:solidFill>
              </a:rPr>
              <a:t>again</a:t>
            </a:r>
            <a:endParaRPr sz="1300" b="1"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- removing tungsten guide rod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</a:rPr>
              <a:t>CZ</a:t>
            </a:r>
            <a:endParaRPr sz="13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- 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What the fuck happened @ 10 yards?!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312" name="Google Shape;31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200" y="78925"/>
            <a:ext cx="3784875" cy="401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4075" y="843148"/>
            <a:ext cx="3659925" cy="430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/>
          <p:nvPr/>
        </p:nvSpPr>
        <p:spPr>
          <a:xfrm>
            <a:off x="36200" y="124350"/>
            <a:ext cx="17607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8/28/24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Glock 19 (50)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</a:rPr>
              <a:t>Glock </a:t>
            </a:r>
            <a:endParaRPr sz="13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- FTE 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- new guide rod helps?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- weight of light definitely helps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</a:rPr>
              <a:t>CZ</a:t>
            </a:r>
            <a:endParaRPr sz="13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- disappointing  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319" name="Google Shape;31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375" y="0"/>
            <a:ext cx="3745748" cy="43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8250" y="928510"/>
            <a:ext cx="3745751" cy="4214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0"/>
          <p:cNvSpPr txBox="1"/>
          <p:nvPr/>
        </p:nvSpPr>
        <p:spPr>
          <a:xfrm>
            <a:off x="36200" y="124350"/>
            <a:ext cx="1760700" cy="3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8/21/24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Hellcat Pro (50)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Numbers indicate order of targets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Feels great in hand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Snappy as hell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Wedge grip (W)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326" name="Google Shape;32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875" y="152400"/>
            <a:ext cx="4630789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0"/>
          <p:cNvSpPr txBox="1"/>
          <p:nvPr/>
        </p:nvSpPr>
        <p:spPr>
          <a:xfrm>
            <a:off x="3902750" y="587600"/>
            <a:ext cx="72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5yds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1"/>
          <p:cNvSpPr txBox="1"/>
          <p:nvPr/>
        </p:nvSpPr>
        <p:spPr>
          <a:xfrm>
            <a:off x="36200" y="124350"/>
            <a:ext cx="1760700" cy="48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Date:  8/21/24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Guns: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.38 Special (30)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 CZ SP01 (50)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Notes: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</a:rPr>
              <a:t>CZ</a:t>
            </a:r>
            <a:endParaRPr sz="13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Wedge grip works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Left hand tight, right more relaxed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Left arm locked straight, right not (helps keep sights in front of right eye, as a benefit)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.38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Target should sit right above sights</a:t>
            </a:r>
            <a:endParaRPr sz="13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  Impossible to control shooting DA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33" name="Google Shape;33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850" y="412382"/>
            <a:ext cx="3833148" cy="4140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9525" y="502413"/>
            <a:ext cx="3571326" cy="419868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51"/>
          <p:cNvSpPr txBox="1"/>
          <p:nvPr/>
        </p:nvSpPr>
        <p:spPr>
          <a:xfrm>
            <a:off x="3329650" y="502425"/>
            <a:ext cx="72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5yds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6" name="Google Shape;336;p51"/>
          <p:cNvSpPr txBox="1"/>
          <p:nvPr/>
        </p:nvSpPr>
        <p:spPr>
          <a:xfrm>
            <a:off x="6939450" y="502425"/>
            <a:ext cx="72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5yds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2"/>
          <p:cNvSpPr txBox="1"/>
          <p:nvPr/>
        </p:nvSpPr>
        <p:spPr>
          <a:xfrm>
            <a:off x="36200" y="124350"/>
            <a:ext cx="17643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Date:  8/9/24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Guns: 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Glock 19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50 + 30 shots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342" name="Google Shape;34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250" y="152400"/>
            <a:ext cx="3489476" cy="3598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9725" y="152400"/>
            <a:ext cx="3794275" cy="475852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2"/>
          <p:cNvSpPr txBox="1"/>
          <p:nvPr/>
        </p:nvSpPr>
        <p:spPr>
          <a:xfrm>
            <a:off x="2262800" y="1392475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5" name="Google Shape;345;p52"/>
          <p:cNvSpPr txBox="1"/>
          <p:nvPr/>
        </p:nvSpPr>
        <p:spPr>
          <a:xfrm>
            <a:off x="4434300" y="3224575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6" name="Google Shape;346;p52"/>
          <p:cNvSpPr txBox="1"/>
          <p:nvPr/>
        </p:nvSpPr>
        <p:spPr>
          <a:xfrm>
            <a:off x="4038425" y="870475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7" name="Google Shape;347;p52"/>
          <p:cNvSpPr txBox="1"/>
          <p:nvPr/>
        </p:nvSpPr>
        <p:spPr>
          <a:xfrm>
            <a:off x="2132450" y="2663325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8" name="Google Shape;348;p52"/>
          <p:cNvSpPr txBox="1"/>
          <p:nvPr/>
        </p:nvSpPr>
        <p:spPr>
          <a:xfrm>
            <a:off x="8041825" y="930775"/>
            <a:ext cx="58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3"/>
          <p:cNvSpPr txBox="1"/>
          <p:nvPr/>
        </p:nvSpPr>
        <p:spPr>
          <a:xfrm>
            <a:off x="36200" y="124350"/>
            <a:ext cx="17643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Date:  8/9/24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Guns: 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CZ75 SP01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50 + 30 shots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354" name="Google Shape;35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200" y="439600"/>
            <a:ext cx="3738598" cy="394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7051" y="152400"/>
            <a:ext cx="3406700" cy="470139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3"/>
          <p:cNvSpPr txBox="1"/>
          <p:nvPr/>
        </p:nvSpPr>
        <p:spPr>
          <a:xfrm>
            <a:off x="8041825" y="930775"/>
            <a:ext cx="58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4"/>
          <p:cNvSpPr txBox="1"/>
          <p:nvPr/>
        </p:nvSpPr>
        <p:spPr>
          <a:xfrm>
            <a:off x="36200" y="124350"/>
            <a:ext cx="17643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Date:  7/24/24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Guns: 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CZ75 SP01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50 + 51 shots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New sights, good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LOW AND LEFTb but improving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62" name="Google Shape;36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075" y="152400"/>
            <a:ext cx="3692818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7500" y="350400"/>
            <a:ext cx="3946500" cy="457927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4"/>
          <p:cNvSpPr txBox="1"/>
          <p:nvPr/>
        </p:nvSpPr>
        <p:spPr>
          <a:xfrm>
            <a:off x="2966100" y="473875"/>
            <a:ext cx="97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15 YDS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5"/>
          <p:cNvSpPr txBox="1"/>
          <p:nvPr/>
        </p:nvSpPr>
        <p:spPr>
          <a:xfrm>
            <a:off x="36200" y="124350"/>
            <a:ext cx="17643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Date:  7/9/24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Guns: 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CZ75 SP01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50 + 54 shots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horrible sights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LOW AND LEFT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70" name="Google Shape;37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900" y="124350"/>
            <a:ext cx="3677898" cy="434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5650" y="124350"/>
            <a:ext cx="3858350" cy="434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213" y="304800"/>
            <a:ext cx="3629027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4977" y="304800"/>
            <a:ext cx="3629027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6"/>
          <p:cNvSpPr txBox="1"/>
          <p:nvPr/>
        </p:nvSpPr>
        <p:spPr>
          <a:xfrm>
            <a:off x="36200" y="-300"/>
            <a:ext cx="1764300" cy="5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Date:  5/8/24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Guns: 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G19 &amp; CZ75B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50 + 50 shots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Loved the CZ (fit, low recoil, but horrible sights).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Gonna be getting a 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CZ SP01 Tactical (edit: not CA compliant)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LOW AND LEFT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9" name="Google Shape;379;p56"/>
          <p:cNvSpPr txBox="1"/>
          <p:nvPr/>
        </p:nvSpPr>
        <p:spPr>
          <a:xfrm>
            <a:off x="7063775" y="832075"/>
            <a:ext cx="69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G19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7"/>
          <p:cNvSpPr txBox="1"/>
          <p:nvPr/>
        </p:nvSpPr>
        <p:spPr>
          <a:xfrm>
            <a:off x="83050" y="10625"/>
            <a:ext cx="625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Date:  4/24/24     Gun:  G19 Gen3 &amp; Colt Trooper Mk3 .357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85" name="Google Shape;38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600" y="518975"/>
            <a:ext cx="3649021" cy="4624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4309" y="518975"/>
            <a:ext cx="4389693" cy="4624527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7"/>
          <p:cNvSpPr txBox="1"/>
          <p:nvPr/>
        </p:nvSpPr>
        <p:spPr>
          <a:xfrm>
            <a:off x="884500" y="3941750"/>
            <a:ext cx="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Colt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5yds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88" name="Google Shape;388;p57"/>
          <p:cNvSpPr txBox="1"/>
          <p:nvPr/>
        </p:nvSpPr>
        <p:spPr>
          <a:xfrm>
            <a:off x="1786800" y="671575"/>
            <a:ext cx="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Colt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5yds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89" name="Google Shape;389;p57"/>
          <p:cNvSpPr txBox="1"/>
          <p:nvPr/>
        </p:nvSpPr>
        <p:spPr>
          <a:xfrm>
            <a:off x="6461275" y="472325"/>
            <a:ext cx="2394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</a:rPr>
              <a:t>2 shots, reset (10s), 2 shots….</a:t>
            </a:r>
            <a:endParaRPr sz="1300" b="1">
              <a:solidFill>
                <a:schemeClr val="dk2"/>
              </a:solidFill>
            </a:endParaRPr>
          </a:p>
        </p:txBody>
      </p:sp>
      <p:sp>
        <p:nvSpPr>
          <p:cNvPr id="390" name="Google Shape;390;p57"/>
          <p:cNvSpPr txBox="1"/>
          <p:nvPr/>
        </p:nvSpPr>
        <p:spPr>
          <a:xfrm>
            <a:off x="3141650" y="3741650"/>
            <a:ext cx="1389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Fucking loud, kinda terriying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 txBox="1"/>
          <p:nvPr/>
        </p:nvSpPr>
        <p:spPr>
          <a:xfrm>
            <a:off x="83050" y="10625"/>
            <a:ext cx="399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Date:  4/22/24        Gun:  G19 Gen3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96" name="Google Shape;39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450" y="472320"/>
            <a:ext cx="3991501" cy="467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2200" y="10625"/>
            <a:ext cx="4471798" cy="49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450" y="304800"/>
            <a:ext cx="2894243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0143" y="304800"/>
            <a:ext cx="4233864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9"/>
          <p:cNvSpPr txBox="1"/>
          <p:nvPr/>
        </p:nvSpPr>
        <p:spPr>
          <a:xfrm>
            <a:off x="6819975" y="526650"/>
            <a:ext cx="234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8yds</a:t>
            </a:r>
            <a:endParaRPr sz="1800" b="1">
              <a:solidFill>
                <a:schemeClr val="dk2"/>
              </a:solidFill>
            </a:endParaRPr>
          </a:p>
        </p:txBody>
      </p:sp>
      <p:sp>
        <p:nvSpPr>
          <p:cNvPr id="405" name="Google Shape;405;p59"/>
          <p:cNvSpPr txBox="1"/>
          <p:nvPr/>
        </p:nvSpPr>
        <p:spPr>
          <a:xfrm>
            <a:off x="3294675" y="375025"/>
            <a:ext cx="234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8yds</a:t>
            </a:r>
            <a:endParaRPr sz="1800" b="1">
              <a:solidFill>
                <a:schemeClr val="dk2"/>
              </a:solidFill>
            </a:endParaRPr>
          </a:p>
        </p:txBody>
      </p:sp>
      <p:sp>
        <p:nvSpPr>
          <p:cNvPr id="406" name="Google Shape;406;p59"/>
          <p:cNvSpPr txBox="1"/>
          <p:nvPr/>
        </p:nvSpPr>
        <p:spPr>
          <a:xfrm>
            <a:off x="36175" y="304800"/>
            <a:ext cx="19188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Date:  4/17/24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Gun:  G19 Gen2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FTE (1)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100 shots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Mantis: </a:t>
            </a:r>
            <a:endParaRPr sz="1800">
              <a:solidFill>
                <a:schemeClr val="dk2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81.4 avg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96.9 max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54.6 min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5901"/>
            <a:ext cx="3582900" cy="469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1426" y="444712"/>
            <a:ext cx="3582900" cy="4698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1100" y="444712"/>
            <a:ext cx="3582900" cy="4698788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60"/>
          <p:cNvSpPr txBox="1"/>
          <p:nvPr/>
        </p:nvSpPr>
        <p:spPr>
          <a:xfrm>
            <a:off x="94750" y="82925"/>
            <a:ext cx="1918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Date:  4/15/24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Gun:  G19 Gen3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15" name="Google Shape;415;p60"/>
          <p:cNvSpPr txBox="1"/>
          <p:nvPr/>
        </p:nvSpPr>
        <p:spPr>
          <a:xfrm>
            <a:off x="4524600" y="82925"/>
            <a:ext cx="447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Notes: Lots of duds in the old ammo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1460</Words>
  <Application>Microsoft Office PowerPoint</Application>
  <PresentationFormat>On-screen Show (16:9)</PresentationFormat>
  <Paragraphs>558</Paragraphs>
  <Slides>49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Roboto</vt:lpstr>
      <vt:lpstr>Arial</vt:lpstr>
      <vt:lpstr>Simple Light</vt:lpstr>
      <vt:lpstr>Notes</vt:lpstr>
      <vt:lpstr>Cleaning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Laurio</dc:creator>
  <cp:lastModifiedBy>Michael Laurio</cp:lastModifiedBy>
  <cp:revision>1</cp:revision>
  <dcterms:modified xsi:type="dcterms:W3CDTF">2026-10-02T21:47:12Z</dcterms:modified>
</cp:coreProperties>
</file>